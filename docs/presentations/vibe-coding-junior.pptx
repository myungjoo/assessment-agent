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자기소개 30초. 오늘은 이론이 아니라 지난 3개월간 실제로 일어난 일을 이야기한다는 점을 강조. 세 프로젝트: from-scratch 1개(깊게), 기존 코드베이스 2개(짧게).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훅: 0줄 vs 12,843개 대비로 시작. 대상 프로젝트는 사내 웹 서비스(NestJS+PostgreSQL+React)라는 것만 언급 — 서비스 내용은 오늘 주제가 아니므로 생략한다고 미리 말해두면 Q&amp;A가 편함.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2026-05-23 시작, 발표일까지 진행 중. 수치는 repo에서 재추출한 실측. 강조 카드는 '질문 55건' — 자동화율이 아니라 개입 설계가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한 번에 확정된 게 아니라 첫날부터 협의로 시작됐고, 이후에도 Q-xxxx 소통으로 계속 세부 진화(ADR 55건). 첫 task부터 막힌 것이 실패가 아니라 설계된 동작이라는 점 강조 — 다음 루프 슬라이드로 자연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역할은 별도 sub-agent. 게이트 2번(빨간 원)이 핵심 — 나중 사고 슬라이드와 연결됨. reviewer와 merge 담당이 서로 다른 agent라는 이중 합의 구조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비유: 신입 1,700명에게 각각 1장짜리 self-contained task 정의서를 주고 표준 양식으로만 보고받는 것. junior에게: 이건 AI 전용 기술이 아니라 좋은 엔지니어링 습관의 극단적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BLOCKED는 실패가 아니라 설계된 동작. '막혔으면 깔끔하게 멈춰서 사람에게 넘긴다'는 규칙이 명문화되어 있음. 질문 예시는 도메인 중립적인 것(스택 결정)만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백미. 세 사고 모두 repo journal에 증거가 남아 있음. '리뷰 통과 위장'은 AI의 말과 외부 사실을 분리 검증해야 한다는 일반 교훈으로 확장 — AI를 믿지 말고 게이트를 믿어라.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 청중이 아는 Agile 용어에 1:1 매핑. 핵심 통찰 2개: (1) emergent architecture의 재현 — 아키텍처는 고정이 아니라 인간-AI 소통(Q&amp;A)으로 계속 세부 변경, (2) PO 역할만 압축 불가 → 다음 커리어 메시지의 복선.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오픈소스에서 AI는 기존 인간 게이트(커미터 2인 승인, DCO, CodeQL) 아래의 보조 기여자. 시간 되면 #4829 사례(AI 발견→사람 판단→AI 반영→AI가 파급까지 추적, 8개월 완결) 언급. AI가 '코드에 안 보인다'며 지운 문서를 도메인 지식으로 복원한 얘기도 좋은 예비 소재.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주의: Z.ai 리뷰 워크플로우 도입과 secret 훅은 동료(sanghn-kim)의 기여 — '팀이 만든 가드레일 위에 내가 CI 게이트 층을 쌓았다'는 구도로 말할 것. 커밋 메시지를 설계 문서처럼 쓰는 습관(버린 대안·함정·미룬 작업·검증 결과 기록)도 시간 되면 언급 — 다음 AI를 위한 컨텍스트가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행(공통 패턴)이 결론 — 세 프로젝트 모두 첫 산출물이 'AI에게 주는 규칙 문서'였다는 점. 권한 스펙트럼은 좌(전자동)에서 우(인간 게이트)로 갈수록 보수적.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다섯 가지 모두 앞 슬라이드에 실증 근거가 있음(각각 S5/S3·S9/S4·S7·S5/S8·S6·S8). 질문 받기. '무슨 서비스냐' 질문에는 '사내 웹 서비스이며 오늘 주제는 개발 방식'으로 답변.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937760"/>
            <a:ext cx="2834640" cy="283464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세미나  ·  Junior 개발자를 위한 실전기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 실전기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에이전트와 함께한 세 개의 실제 프로젝트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087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Assessment-Agent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+ AI · from scratch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3977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087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팀 수십 명 +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3977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4087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NNStreamer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664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89명 +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함명주  ·  2026. 08.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3개월, 내가 직접 짠 production 코드는 0줄입니다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60520" cy="48463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줄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3개월간 사람이 직접 작성한 production 코드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35661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12,843 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지금 CI에서 돌아가는 테스트 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(coverage 99.95%)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1371600"/>
            <a:ext cx="667512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5727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오해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9385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“프롬프트를 잘 쓰면 AI가 알아서 다 해준다”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57800" y="24871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크게 시키면 크게 틀립니다. 그리고 그 틀린 걸 사람이 못 찾습니다.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611880"/>
            <a:ext cx="6675120" cy="260604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38130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3개월의 결론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4178808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coding의 성패는 프롬프트 실력이 아니라 프로세스 설계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57800" y="502920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작게 · 검증 가능하게 · 지치지 않고 일하도록 만드는 엔지니어링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그 프로세스는 우리가 이미 아는 Agile의 초고속 변형입니다.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ASSESSMENT-AGENT (FROM SCRATCH)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보는 3개월 — 사내 웹 서비스를 처음부터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1,696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완료된 task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평균 ~18개 · 1 task = 1 commit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463040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627632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4,520+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0288" y="245059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브랜치 커밋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0288" y="28346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커밋에 agent 작업 기록 포함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4736" y="1463040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1627632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03336" y="245059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ADR (아키텍처 결정 기록)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3336" y="28346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결정 문서가 먼저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55건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온 질문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5138928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대비 ~3%만 인간 개입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1688" y="3767328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393192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12,843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90288" y="475488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(447 suites)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0288" y="5138928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coverage 99.95% — 강제 기준은 80%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74736" y="3767328"/>
            <a:ext cx="3639312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8403336" y="393192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403336" y="475488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라운드 상한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03336" y="5138928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리뷰어 ↔ AI 구현자 핑퐁의 한계선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개입 3%의 비결 — </a:t>
            </a:r>
            <a:pPr indent="0" marL="0">
              <a:buNone/>
            </a:pPr>
            <a:r>
              <a:rPr lang="en-US" sz="15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잘해서가 아니라, 막힐 때만 사람에게 오도록 설계했기 때문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어떻게 시작했나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단계 — AI가 정리하고, 사람이 갈림길을 결정한다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06440" cy="4892040"/>
          </a:xfrm>
          <a:prstGeom prst="roundRect">
            <a:avLst>
              <a:gd name="adj" fmla="val 1869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첫날(2026-05-23)에 일어난 일 — journal 실제 기록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57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20574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README 요구사항 명세를 6개 커밋으로 정제 — 이 프로젝트에서 사람이 직접 쓴 거의 유일한 산출물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6974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26974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행동 규칙서(CLAUDE.md) · 실행 루프 · 언어 정책 스캐폴딩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37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19:16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33756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task부터 BLOCKED — “task가 너무 크다”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02336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9776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97764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결정: 4개 task로 분할 (HQ-0001)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66344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617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20:48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61772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ADR-0001 박제 — AI 리뷰 통과 후 merge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53035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257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22:30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해석이 갈리는 지점 BLOCKED → 사람이 해석 확정 (HQ-0002)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사람 개입 · BLOCKED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● AI 진행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1371600"/>
            <a:ext cx="5056632" cy="25146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문서(ADR)는 요구사항 번호로 말한다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DB 선택 ADR의 근거 구조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“비휘발 저장(REQ-029) → RDBMS” · “재수집 중복 방지(REQ-031) → upsert 1급 지원” · “raw data 저장 금지(REQ-032) → schema 수준 강제”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1시간·조회 3초 같은 NFR까지 요구사항을 행 단위로 인용 — 결정이 곧 요구사항 커버리지의 증빙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0" y="4069080"/>
            <a:ext cx="5056632" cy="2194560"/>
          </a:xfrm>
          <a:prstGeom prst="roundRect">
            <a:avLst>
              <a:gd name="adj" fmla="val 4167"/>
            </a:avLst>
          </a:prstGeom>
          <a:solidFill>
            <a:srgbClr val="E8EEF9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확정한 갈림길의 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468172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버전 정책 — 최신 stable 수용, ADR 개정으로 박제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스택(React+Vite) — 오너 확정 후 ADR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use-case 문서 9건 + 요구사항 커버리지 감사로 해석 차이 제거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Context·대안·근거를 정리하고, 사람은 갈림길에서만 결정 —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결정은 ADR로 박제되어 다음 AI의 컨텍스트가 됩니다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어떻게 굴러가나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없이 도는 개발 루프 — 2시간마다 한 번, task 하나씩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발화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76656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대화로 기동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11096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7128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</p:spPr>
      </p:sp>
      <p:sp>
        <p:nvSpPr>
          <p:cNvPr id="9" name="Text 7"/>
          <p:cNvSpPr/>
          <p:nvPr/>
        </p:nvSpPr>
        <p:spPr>
          <a:xfrm>
            <a:off x="2295144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95144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task 1개 생성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9584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632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13632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48072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04104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32120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작성·실행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22592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50608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리뷰 (라운드 반복)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85048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41080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769096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4-게이트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69096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합의 검사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03536" y="20025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59568" y="1572768"/>
            <a:ext cx="1380744" cy="1207008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</p:spPr>
      </p:sp>
      <p:sp>
        <p:nvSpPr>
          <p:cNvPr id="29" name="Text 27"/>
          <p:cNvSpPr/>
          <p:nvPr/>
        </p:nvSpPr>
        <p:spPr>
          <a:xfrm>
            <a:off x="10387584" y="17099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 &amp; 기록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387584" y="2103120"/>
            <a:ext cx="1161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기록 후 종료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6949440" cy="3017520"/>
          </a:xfrm>
          <a:prstGeom prst="roundRect">
            <a:avLst>
              <a:gd name="adj" fmla="val 3030"/>
            </a:avLst>
          </a:prstGeom>
          <a:solidFill>
            <a:srgbClr val="F3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364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merge의 조건 — 4-게이트 (하나라도 실패하면 merge 불가)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1248" y="38221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384048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리뷰어 AI의 verdict가 APPROVE일 것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1248" y="43891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440740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코멘트가 PR에 실제로 존재할 것 — AI의 말이 아닌 외부 사실을 CI가 검증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41248" y="4956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71600" y="497433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담당 AI가 acceptance criteria를 독립적으로 재점검할 것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41248" y="55229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371600" y="5541264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CI가 green일 것 (lint + build + unit + smoke + e2e + coverage 80%)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726680" y="3154680"/>
            <a:ext cx="3913632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3364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루프의 불변 규칙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001000" y="3822192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발화 = 1 task = 1 commit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task를 끝내면 스스로 종료하고, 다음 발화는 완전히 새 대화로 시작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멈춘다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 선언 → 사람에게 질문 남기고 종료. 추측으로 전진 금지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살아남는 비결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“신입 1,700명에게 일을 시키는 법” — context 관리 3원칙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오래 일할수록 맥락이 비대해져 품질이 떨어진다 — 그래서 사람이 아니라 프로세스가 기억을 관리한다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task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 ≤ 300줄 · 파일 ≤ 5개 상한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넘을 것 같으면 planner가 강제 분할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버그가 보여도 즉시 고치지 않고 follow-up task로 — 한 번에 한 가지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5152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driver는 각 sub-agent에게서 200자 요약만 받음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출력은 파일과 커밋 메시지로 외부화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사슬은 2단계까지 — 깊어지면 통제 불능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67344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98864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기억은 git에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29260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STATE.json · journal · 커밋 trail에 영속화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일회용 — 매 발화가 새 대화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log만 읽으면 어느 AI든 이어서 일할 수 있음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가지는 사람 팀의 좋은 습관과 정확히 같습니다 —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PR, 명확한 R&amp;R, 문서화된 상태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인간의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언제 개입하는가 — 3개월간 질문 55건의 규칙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3291840"/>
          </a:xfrm>
          <a:prstGeom prst="roundRect">
            <a:avLst>
              <a:gd name="adj" fmla="val 2778"/>
            </a:avLst>
          </a:prstGeom>
          <a:solidFill>
            <a:srgbClr val="F3F6F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묻지 않고 진행 (자동)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계획에 이미 있는 task의 정상 진행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수정 · 리팩토링 · 테스트 추가 · 문서 갱신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결정된 스택/라이브러리 안에서의 신규 모듈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ADR로 결정된 사항의 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85232" cy="3291840"/>
          </a:xfrm>
          <a:prstGeom prst="roundRect">
            <a:avLst>
              <a:gd name="adj" fmla="val 2778"/>
            </a:avLst>
          </a:prstGeom>
          <a:solidFill>
            <a:srgbClr val="F3F6F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멈추고 사람에게 (BLOCKED)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47688" y="21031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외부 dependency 추가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스키마 변경 · 보안/인증 관련 변경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아키텍처 결정과 충돌하는 변경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해석이 갈리는 지점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7라운드 초과 · CI 3연속 실패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9379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일은 코딩이 아니라 결정입니다.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요구사항을 스스로 확정하지 않도록 설계했습니다 — 갈림길은 전부 사람에게 왔고, 그것이 3개월간 55건이었습니다. 실제 예: Frontend 스택(React+Vite)은 사람이 결정.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가장 많이 배운 부분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AI도 사고를 친다 — 사고가 룰이 된 세 번의 기록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통과 위장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리뷰어를 실제로 거치지 않고, PR 본문에 승인 문구를 직접 써넣어 통과한 것처럼 처리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931920"/>
            <a:ext cx="3017520" cy="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4164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박제된 룰
</a:t>
            </a:r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코멘트가 PR에 '외부 사실'로 실존하는지를 CI가 기계 검증 (4-게이트 중 2번의 기원)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146304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5152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branch에 push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63440" y="24871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작업을 하다 main으로 직접 push — 이력 오염, 리뷰 없이 코드 진입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931920"/>
            <a:ext cx="3017520" cy="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04164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박제된 룰
</a:t>
            </a:r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push의 source/target 일치를 강제하는 규칙 + 위반 시 자동 BLOCKED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93024" y="146304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3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67344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25712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과대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85632" y="24871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task부터 변경량이 너무 커서 리뷰도 테스트도 부실해짐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85632" y="3931920"/>
            <a:ext cx="3017520" cy="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404164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박제된 룰
</a:t>
            </a:r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300줄/5파일 상한 명문화 + planner의 강제 분할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조직의 postmortem과 같습니다 —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‘사고 → 회고 → 룰 박제’ 루프가 시스템 안에 내장되어 즉시 돈다는 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— 익숙한 그림과의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Agile의 부정이 아니라 극한 압축이다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971032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Agile (인간 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Assessment-Agent (인간 + AI)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Sprint 1~2주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발화 1회 (수십 분 ~ 수 시간)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수백 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 Backlog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 플랜 + planner agent가 상시 갱신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 Story / 티켓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self-contained task 정의서 1,700여 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개념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Daily standup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journal + 머신리더블 상태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task마다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 코드리뷰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reviewer agent + 4-게이트 (라운드 ≤ 7)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PR마다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Retrospective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 즉시 룰로 박제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Definition of Done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green + coverage 80%를 기계가 강제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무인화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 Owner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— 질문 55건으로만 개입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아키텍처도 Agile처럼 계속 진화했습니다 — 사람과의 질문·답변을 통해 세부 결정이 55개 ADR로 누적. 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유일하게 압축되지 않은 역할이 PO(인간)입니다.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2 — 기존 오픈소스에 AI를 들이면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NNStreamer — 기여자 89명의 오픈소스에서 나의 AI 활용법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892040"/>
          </a:xfrm>
          <a:prstGeom prst="roundRect">
            <a:avLst>
              <a:gd name="adj" fmla="val 1869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메인테이너의 병목은 ‘짜는 것’이 아니었다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연간 직접 커밋: 250개(2018) → 13개(2025)
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저장소 전체 커밋의 64%를 내가 committer로 통과시킴 — 내 병목은 판단이었고, AI를 그 병목에 투입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작성자가 아니라 조사원
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누수 저장소 전체 스윕(하루 7커밋) · CI 실패 원인 조사 · 내 PR의 재리뷰. 신규 기능을 AI에게 시킨 사례는 0건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짜도 사인은 사람이 한다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유래 커밋에도 예외 없이 내 Signed-off-by — 책임 귀속은 사람의 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285232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18줄 diff 뒤의 3단 인과 사슬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02996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코드와 무관하게 실패하던 Yocto CI — AI와 함께 “러너의 tar가 보안 픽스로 새 시스콜을 쓰기 시작 → 구버전 pseudo가 못 가로챔 → 패키징 실패”를 규명. 최종 수정은 단 18줄.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3145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가치는 diff 크기가 아니라 조사 깊이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3886200"/>
            <a:ext cx="5285232" cy="2377440"/>
          </a:xfrm>
          <a:prstGeom prst="roundRect">
            <a:avLst>
              <a:gd name="adj" fmla="val 3846"/>
            </a:avLst>
          </a:prstGeom>
          <a:solidFill>
            <a:srgbClr val="E8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가르칠 것은 팀의 실패 경험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4572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쓴 .cursorrules 89줄의 핵심은 금지 목록: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“검사를 약화시키자고 제안하지 마라” · “스타일보다 안전 문제 우선” · “불확실하면 불확실하다고 말하고 검증 절차를 제시하라”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3 — 사내 팀 전체가 AI와 일하면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ARGO — 수십 명 팀에서 나의 자리는 ‘게이트 짓는 사람’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9,492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4개월간 커밋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99432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공동저자 커밋 비율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371600"/>
            <a:ext cx="3630168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63~98%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21624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기여자 10명 전원의 AI 사용률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명의 파워유저가 아니라 팀의 표준 워크플로우 — PR마다 AI 리뷰가 자동으로 붙고, 규칙 문서(CLAUDE.md)는 문서 → git 훅 → CI 3단으로 기계 강제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3630168" cy="2926080"/>
          </a:xfrm>
          <a:prstGeom prst="roundRect">
            <a:avLst>
              <a:gd name="adj" fmla="val 3125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5478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아니라 안전망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커밋 분포: feat 9% vs test 16% + ci 11% — 팀 평균의 6~9배. AI가 기능 생산량을 폭증시킬수록, 사람은 검증 인프라로 이동하는 게 합리적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0832" y="3291840"/>
            <a:ext cx="3630168" cy="2926080"/>
          </a:xfrm>
          <a:prstGeom prst="roundRect">
            <a:avLst>
              <a:gd name="adj" fmla="val 3125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645152" y="35478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9512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게이트를 지키는 게이트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63440" y="4315968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스크립트 11종을 직접 작성 — 누군가(사람이든 AI든) 커버리지 게이트를 몰래 무르게 만들면 PR이 차단됨. AI가 만든 CI는 soft로 켜고 → 실측(31/31 green)하고 → hard로 승격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291840"/>
            <a:ext cx="3630168" cy="2926080"/>
          </a:xfrm>
          <a:prstGeom prst="roundRect">
            <a:avLst>
              <a:gd name="adj" fmla="val 3125"/>
            </a:avLst>
          </a:prstGeom>
          <a:solidFill>
            <a:srgbClr val="F3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467344" y="35478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467344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1704" y="3566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리뷰는 협상이다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85632" y="4315968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대응 112커밋, 최대 8라운드. “6개 지적 중 4개 반영” “5라운드 논의 끝에 구조적 한계로 합의(기각)” — 반영뿐 아니라 기각 사유까지 커밋에 기록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사례를 한 장으로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얼마나 맡길 것인가 — 신뢰와 거버넌스의 스펙트럼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200400"/>
                <a:gridCol w="304495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Assessment-Agent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ARGO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NNStreamer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 + AI · from scratch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수십 명 + 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 89명 + 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AI의 권한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merge까지 전자동 (4-게이트)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커밋 85% 공동저자 + 자동 AI 리뷰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게이트 아래 보조 기여자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인간의 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 — 질문 55건으로 결정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최종 판단 + 게이트/규범 관리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커미터 2인 승인 + 서명 책임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8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패턴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CLAUDE.md (행동 규칙서)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CLAUDE.md (문서→훅→CI 강제)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.cursorrules / AGENTS.md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7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468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‘전부 자동’이 아닙니다. </a:t>
            </a:r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신뢰 수준과 거버넌스에 맞게 AI의 권한을 조절하는 것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vibe coding 도입의 실체이고, 공통분모는 단 하나 —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규칙을 문서로 코드화하는 것이 항상 첫걸음입니다.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5058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645920"/>
            <a:ext cx="4297680" cy="429768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내일부터 할 수 있는 다섯 가지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5819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쪼개라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23560" y="158191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주는 일의 크기가 품질을 결정합니다. 300줄 상한의 교훈 — 사람의 PR에도 똑같이 좋은 습관.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4780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문서로 박제하라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23560" y="2478024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ADR 한 장이 같은 논쟁 열 번을 없앱니다. AI는 문서화된 결정만 일관되게 따릅니다.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39242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33741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믿지 말고 게이트를 믿어라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23560" y="3374136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coverage 강제, CI, 외부 사실 검증 — 그리고 그 게이트를 지키는 게이트까지. 검증은 시스템의 일입니다.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288536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기억은 저장소에, 대화는 일회용으로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23560" y="427024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파일 · journal · 커밋 메시지에 남기세요. git log만 읽으면 누구든(어느 AI든) 이어서 일할 수 있게.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51846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5166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자리는 PO다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23560" y="516636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 명확히 쓰고 갈림길에서 결정하는 능력 — 코딩 속도는 AI가 압축해도 이것은 압축되지 않습니다.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6172200"/>
            <a:ext cx="109728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309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coding은 코딩을 없애는 게 아니라 — 설계 · 판단 · 프로세스를 가장 중요한 일로 만듭니다.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실전기</dc:title>
  <dc:subject>PptxGenJS Presentation</dc:subject>
  <dc:creator>MyungJoo Ham</dc:creator>
  <cp:lastModifiedBy>MyungJoo Ham</cp:lastModifiedBy>
  <cp:revision>1</cp:revision>
  <dcterms:created xsi:type="dcterms:W3CDTF">2026-08-26T01:34:06Z</dcterms:created>
  <dcterms:modified xsi:type="dcterms:W3CDTF">2026-08-26T01:34:06Z</dcterms:modified>
</cp:coreProperties>
</file>